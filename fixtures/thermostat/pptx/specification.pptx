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Spécification du thermostat</a:t>
            </a:r>
          </a:p>
          <a:p>
            <a:r>
              <a:t>Document de test ReqtiCraft, créé pour le corpus maison.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Mesure</a:t>
            </a:r>
          </a:p>
          <a:p>
            <a:r>
              <a:t>THS_REQ1 : Mesure de la température</a:t>
            </a:r>
          </a:p>
          <a:p>
            <a:r>
              <a:t>Le thermostat doit mesurer la température ambiante toutes les 10 secondes.</a:t>
            </a:r>
          </a:p>
          <a:p>
            <a:r>
              <a:t>Priority : High</a:t>
            </a:r>
          </a:p>
          <a:p>
            <a:r>
              <a:t>THS_REQ2 : Précision de mesure</a:t>
            </a:r>
          </a:p>
          <a:p>
            <a:r>
              <a:t>La précision de mesure doit être meilleure que 0,5 °C entre 5 °C et 35 °C.</a:t>
            </a:r>
          </a:p>
          <a:p>
            <a:r>
              <a:t>Priority : High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Régulation</a:t>
            </a:r>
          </a:p>
          <a:p>
            <a:r>
              <a:t>THS_REQ3 : Consigne</a:t>
            </a:r>
          </a:p>
          <a:p>
            <a:r>
              <a:t>L'utilisateur doit pouvoir régler une consigne entre 7 °C et 30 °C.</a:t>
            </a:r>
          </a:p>
          <a:p>
            <a:r>
              <a:t>Priority : Medium</a:t>
            </a:r>
          </a:p>
          <a:p>
            <a:r>
              <a:t>THS_REQ4 : Hystérésis</a:t>
            </a:r>
          </a:p>
          <a:p>
            <a:r>
              <a:t>Le chauffage doit être commandé avec une hystérésis de 0,3 °C.</a:t>
            </a:r>
          </a:p>
          <a:p>
            <a:r>
              <a:t>Priority : Medium</a:t>
            </a:r>
          </a:p>
          <a:p>
            <a:r>
              <a:t>THS_REQ5 : Mode absence</a:t>
            </a:r>
          </a:p>
          <a:p>
            <a:r>
              <a:t>Un mode absence doit abaisser la consigne de 3 °C.</a:t>
            </a:r>
          </a:p>
          <a:p>
            <a:r>
              <a:t>Priority : Low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Connectivité</a:t>
            </a:r>
          </a:p>
          <a:p>
            <a:r>
              <a:t>THS_REQ6 : Pilotage à distance</a:t>
            </a:r>
          </a:p>
          <a:p>
            <a:r>
              <a:t>La consigne doit pouvoir être modifiée depuis une application mobile.</a:t>
            </a:r>
          </a:p>
          <a:p>
            <a:r>
              <a:t>Priority : Low</a:t>
            </a:r>
          </a:p>
        </p:txBody>
      </p:sp>
    </p:spTree>
  </p:cSld>
</p:sld>
</file>