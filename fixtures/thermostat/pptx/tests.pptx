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Plan de tests du thermostat</a:t>
            </a:r>
          </a:p>
          <a:p>
            <a:r>
              <a:t>Document de test ReqtiCraft, créé pour le corpus maison.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Tests unitaires</a:t>
            </a:r>
          </a:p>
          <a:p>
            <a:r>
              <a:t>TST_REQ1 : Période d'échantillonnage</a:t>
            </a:r>
          </a:p>
          <a:p>
            <a:r>
              <a:t>Vérifier 6 lectures par minute.</a:t>
            </a:r>
          </a:p>
          <a:p>
            <a:r>
              <a:t>[Covers: DES_REQ1]</a:t>
            </a:r>
          </a:p>
          <a:p>
            <a:r>
              <a:t>TST_REQ2 : Table d'étalonnage</a:t>
            </a:r>
          </a:p>
          <a:p>
            <a:r>
              <a:t>Comparer 16 points à une sonde de référence.</a:t>
            </a:r>
          </a:p>
          <a:p>
            <a:r>
              <a:t>[Covers: DES_REQ2]</a:t>
            </a:r>
          </a:p>
          <a:p>
            <a:r>
              <a:t>TST_REQ3 : Saturation</a:t>
            </a:r>
          </a:p>
          <a:p>
            <a:r>
              <a:t>Envoyer 5 °C et 35 °C, vérifier 7 °C et 30 °C.</a:t>
            </a:r>
          </a:p>
          <a:p>
            <a:r>
              <a:t>[Covers: DES_REQ3]</a:t>
            </a:r>
          </a:p>
          <a:p>
            <a:r>
              <a:t>TST_REQ4 : Seuils du relais</a:t>
            </a:r>
          </a:p>
          <a:p>
            <a:r>
              <a:t>Balayer la température autour de la consigne.</a:t>
            </a:r>
          </a:p>
          <a:p>
            <a:r>
              <a:t>[Covers: DES_REQ4]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Tests d'intégration</a:t>
            </a:r>
          </a:p>
          <a:p>
            <a:r>
              <a:t>TST_REQ5 : API REST</a:t>
            </a:r>
          </a:p>
          <a:p>
            <a:r>
              <a:t>Lire puis écrire la consigne par l'API.</a:t>
            </a:r>
          </a:p>
          <a:p>
            <a:r>
              <a:t>[Covers: DES_REQ5]</a:t>
            </a:r>
          </a:p>
          <a:p>
            <a:r>
              <a:t>TST_REQ6 : Chien de garde</a:t>
            </a:r>
          </a:p>
          <a:p>
            <a:r>
              <a:t>Bloquer la boucle principale, vérifier le redémarrage.</a:t>
            </a:r>
          </a:p>
          <a:p>
            <a:r>
              <a:t>[Covers: DES_REQ6]</a:t>
            </a:r>
          </a:p>
        </p:txBody>
      </p:sp>
    </p:spTree>
  </p:cSld>
</p:sld>
</file>