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Conception du thermostat</a:t>
            </a:r>
          </a:p>
          <a:p>
            <a:r>
              <a:t>Document de test ReqtiCraft, créé pour le corpus maison.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Acquisition</a:t>
            </a:r>
          </a:p>
          <a:p>
            <a:r>
              <a:t>DES_REQ1 : Échantillonnage du capteur</a:t>
            </a:r>
          </a:p>
          <a:p>
            <a:r>
              <a:t>Le capteur est lu par interruption toutes les 10 s.</a:t>
            </a:r>
          </a:p>
          <a:p>
            <a:r>
              <a:t>[Covers: THS_REQ1]</a:t>
            </a:r>
          </a:p>
          <a:p>
            <a:r>
              <a:t>DES_REQ2 : Étalonnage</a:t>
            </a:r>
          </a:p>
          <a:p>
            <a:r>
              <a:t>Une table d'étalonnage en 16 points corrige la non-linéarité du capteur.</a:t>
            </a:r>
          </a:p>
          <a:p>
            <a:r>
              <a:t>[Covers: THS_REQ2]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Régulateur</a:t>
            </a:r>
          </a:p>
          <a:p>
            <a:r>
              <a:t>DES_REQ3 : Bornes de consigne</a:t>
            </a:r>
          </a:p>
          <a:p>
            <a:r>
              <a:t>La consigne est saturée entre 7 °C et 30 °C.</a:t>
            </a:r>
          </a:p>
          <a:p>
            <a:r>
              <a:t>[Covers: THS_REQ3]</a:t>
            </a:r>
          </a:p>
          <a:p>
            <a:r>
              <a:t>DES_REQ4 : Commande tout-ou-rien</a:t>
            </a:r>
          </a:p>
          <a:p>
            <a:r>
              <a:t>Le relais est commandé avec un seuil haut et un seuil bas.</a:t>
            </a:r>
          </a:p>
          <a:p>
            <a:r>
              <a:t>[Covers: THS_REQ4]</a:t>
            </a:r>
          </a:p>
          <a:p>
            <a:r>
              <a:t>DES_REQ5 : API de consigne</a:t>
            </a:r>
          </a:p>
          <a:p>
            <a:r>
              <a:t>Une API REST expose la lecture et l'écriture de la consigne.</a:t>
            </a:r>
          </a:p>
          <a:p>
            <a:r>
              <a:t>[Covers: THS_REQ6, THS_REQ99]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txBody>
          <a:p>
            <a:r>
              <a:t>Exigences dérivées</a:t>
            </a:r>
          </a:p>
          <a:p>
            <a:r>
              <a:t>DES_REQ6 : Chien de garde</a:t>
            </a:r>
          </a:p>
          <a:p>
            <a:r>
              <a:t>Un chien de garde redémarre le microcontrôleur après 2 s sans activité.</a:t>
            </a:r>
          </a:p>
          <a:p>
            <a:r>
              <a:t>DES_REQ7 : Journal d'erreurs</a:t>
            </a:r>
          </a:p>
          <a:p>
            <a:r>
              <a:t>Les 100 dernières erreurs sont conservées en mémoire non volatile.</a:t>
            </a:r>
          </a:p>
        </p:txBody>
      </p:sp>
    </p:spTree>
  </p:cSld>
</p:sld>
</file>